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3243BB73-E346-459F-AE57-3CFE96F5E181}">
          <p14:sldIdLst>
            <p14:sldId id="256"/>
            <p14:sldId id="258"/>
            <p14:sldId id="257"/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5E5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6171E64-FE02-4DE5-B72F-53C3706641C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413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82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366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57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961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704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57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30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37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599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413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665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05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878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2095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843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06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6171E64-FE02-4DE5-B72F-53C3706641C3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27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fapult felső nézete az növény, fehér billentyűzet, kávé fehér bö, jegyzetfüzetben és tollal">
            <a:extLst>
              <a:ext uri="{FF2B5EF4-FFF2-40B4-BE49-F238E27FC236}">
                <a16:creationId xmlns:a16="http://schemas.microsoft.com/office/drawing/2014/main" id="{D56DC1A6-59EC-9706-4EA5-80E6B2BFEE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99" b="1517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B34369F7-036F-FC8E-ACBC-86E499632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1752599"/>
            <a:ext cx="5733288" cy="999341"/>
          </a:xfrm>
        </p:spPr>
        <p:txBody>
          <a:bodyPr anchor="t">
            <a:noAutofit/>
          </a:bodyPr>
          <a:lstStyle/>
          <a:p>
            <a:pPr algn="ctr"/>
            <a:r>
              <a:rPr lang="hu-HU" sz="4000" b="1" i="1" dirty="0">
                <a:solidFill>
                  <a:srgbClr val="FFE5E5"/>
                </a:solidFill>
              </a:rPr>
              <a:t>Csapatunk bemutatása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EC55984-CD98-8EBB-1E53-A0B663F80C9F}"/>
              </a:ext>
            </a:extLst>
          </p:cNvPr>
          <p:cNvSpPr txBox="1"/>
          <p:nvPr/>
        </p:nvSpPr>
        <p:spPr>
          <a:xfrm>
            <a:off x="448056" y="2751940"/>
            <a:ext cx="530352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8000" b="1" dirty="0">
                <a:solidFill>
                  <a:srgbClr val="FFE5E5"/>
                </a:solidFill>
              </a:rPr>
              <a:t>+</a:t>
            </a:r>
          </a:p>
          <a:p>
            <a:pPr algn="ctr"/>
            <a:r>
              <a:rPr lang="hu-HU" sz="2400" b="1" dirty="0">
                <a:solidFill>
                  <a:srgbClr val="FFE5E5"/>
                </a:solidFill>
              </a:rPr>
              <a:t>Weblapunk bemutatása</a:t>
            </a:r>
          </a:p>
          <a:p>
            <a:pPr algn="ctr"/>
            <a:r>
              <a:rPr lang="hu-HU" sz="3600" b="1" dirty="0">
                <a:solidFill>
                  <a:srgbClr val="FFE5E5"/>
                </a:solidFill>
              </a:rPr>
              <a:t>és</a:t>
            </a:r>
          </a:p>
          <a:p>
            <a:pPr algn="ctr"/>
            <a:r>
              <a:rPr lang="hu-HU" sz="2400" b="1" dirty="0">
                <a:solidFill>
                  <a:srgbClr val="FFE5E5"/>
                </a:solidFill>
              </a:rPr>
              <a:t>néhány ok, miért válassz minket</a:t>
            </a:r>
          </a:p>
        </p:txBody>
      </p:sp>
    </p:spTree>
    <p:extLst>
      <p:ext uri="{BB962C8B-B14F-4D97-AF65-F5344CB8AC3E}">
        <p14:creationId xmlns:p14="http://schemas.microsoft.com/office/powerpoint/2010/main" val="4061532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EFF55A7-6A45-A9A0-02EB-BAB4E8F6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333189"/>
            <a:ext cx="9601196" cy="1060705"/>
          </a:xfrm>
        </p:spPr>
        <p:txBody>
          <a:bodyPr/>
          <a:lstStyle/>
          <a:p>
            <a:r>
              <a:rPr lang="hu-HU" dirty="0"/>
              <a:t>Bemutatkozásunk</a:t>
            </a:r>
          </a:p>
        </p:txBody>
      </p:sp>
      <p:pic>
        <p:nvPicPr>
          <p:cNvPr id="18" name="Tartalom helye 17" descr="A képen személy, Emberi arc, ruházat, mosoly látható&#10;&#10;Automatikusan generált leírás">
            <a:extLst>
              <a:ext uri="{FF2B5EF4-FFF2-40B4-BE49-F238E27FC236}">
                <a16:creationId xmlns:a16="http://schemas.microsoft.com/office/drawing/2014/main" id="{6C2CF281-3822-7FB9-57C4-1896BB7344B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67"/>
          <a:stretch/>
        </p:blipFill>
        <p:spPr>
          <a:xfrm>
            <a:off x="8729220" y="1098352"/>
            <a:ext cx="1332000" cy="1344610"/>
          </a:xfrm>
        </p:spPr>
      </p:pic>
      <p:sp>
        <p:nvSpPr>
          <p:cNvPr id="10" name="Tartalom helye 5">
            <a:extLst>
              <a:ext uri="{FF2B5EF4-FFF2-40B4-BE49-F238E27FC236}">
                <a16:creationId xmlns:a16="http://schemas.microsoft.com/office/drawing/2014/main" id="{D80035AB-1129-4516-1A2D-CB3122812377}"/>
              </a:ext>
            </a:extLst>
          </p:cNvPr>
          <p:cNvSpPr txBox="1">
            <a:spLocks/>
          </p:cNvSpPr>
          <p:nvPr/>
        </p:nvSpPr>
        <p:spPr>
          <a:xfrm>
            <a:off x="8257880" y="2622066"/>
            <a:ext cx="2559943" cy="33101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hu-HU" dirty="0"/>
          </a:p>
        </p:txBody>
      </p:sp>
      <p:pic>
        <p:nvPicPr>
          <p:cNvPr id="21" name="Kép 20" descr="A képen Emberi arc, személy, mosoly, ruházat látható&#10;&#10;Automatikusan generált leírás">
            <a:extLst>
              <a:ext uri="{FF2B5EF4-FFF2-40B4-BE49-F238E27FC236}">
                <a16:creationId xmlns:a16="http://schemas.microsoft.com/office/drawing/2014/main" id="{29292C72-B41F-25AE-E026-293385FB73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8470" b="-1274"/>
          <a:stretch/>
        </p:blipFill>
        <p:spPr>
          <a:xfrm>
            <a:off x="2222260" y="1140657"/>
            <a:ext cx="1152000" cy="1296000"/>
          </a:xfrm>
          <a:prstGeom prst="rect">
            <a:avLst/>
          </a:prstGeom>
        </p:spPr>
      </p:pic>
      <p:pic>
        <p:nvPicPr>
          <p:cNvPr id="28" name="Kép 27" descr="A képen személy, Emberi arc, kültéri, fű látható&#10;&#10;Automatikusan generált leírás">
            <a:extLst>
              <a:ext uri="{FF2B5EF4-FFF2-40B4-BE49-F238E27FC236}">
                <a16:creationId xmlns:a16="http://schemas.microsoft.com/office/drawing/2014/main" id="{2F11C8C0-79DD-BCEE-8D3A-70FC7CEC8C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62" b="8619"/>
          <a:stretch/>
        </p:blipFill>
        <p:spPr>
          <a:xfrm>
            <a:off x="5453184" y="1140657"/>
            <a:ext cx="1190828" cy="1260000"/>
          </a:xfrm>
          <a:prstGeom prst="rect">
            <a:avLst/>
          </a:prstGeom>
        </p:spPr>
      </p:pic>
      <p:sp>
        <p:nvSpPr>
          <p:cNvPr id="30" name="Szövegdoboz 29">
            <a:extLst>
              <a:ext uri="{FF2B5EF4-FFF2-40B4-BE49-F238E27FC236}">
                <a16:creationId xmlns:a16="http://schemas.microsoft.com/office/drawing/2014/main" id="{54CD4D6F-9B14-8F32-FFC2-B8E4F379F3D6}"/>
              </a:ext>
            </a:extLst>
          </p:cNvPr>
          <p:cNvSpPr txBox="1"/>
          <p:nvPr/>
        </p:nvSpPr>
        <p:spPr>
          <a:xfrm>
            <a:off x="7880808" y="2464513"/>
            <a:ext cx="277710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latin typeface="Congenial Black" panose="02000503040000020004" pitchFamily="2" charset="0"/>
              </a:rPr>
              <a:t>Adri</a:t>
            </a:r>
          </a:p>
          <a:p>
            <a:r>
              <a:rPr lang="hu-HU" dirty="0"/>
              <a:t>Az információ szerzés, összegzés a vérében, nincs olyan dolog, amit nem tud felkutatni.</a:t>
            </a:r>
          </a:p>
          <a:p>
            <a:r>
              <a:rPr lang="hu-HU" dirty="0"/>
              <a:t>Ha hivatalos dokumentációk, vagy beszámolók készítése kifog rajtad, ő az embered!</a:t>
            </a:r>
          </a:p>
          <a:p>
            <a:endParaRPr lang="hu-HU" dirty="0"/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7170CF67-EAC6-A0B6-F5AF-AD5880A154F7}"/>
              </a:ext>
            </a:extLst>
          </p:cNvPr>
          <p:cNvSpPr txBox="1"/>
          <p:nvPr/>
        </p:nvSpPr>
        <p:spPr>
          <a:xfrm>
            <a:off x="4538790" y="2464513"/>
            <a:ext cx="31144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latin typeface="Congenial Black" panose="02000503040000020004" pitchFamily="2" charset="0"/>
              </a:rPr>
              <a:t>Milán</a:t>
            </a:r>
          </a:p>
          <a:p>
            <a:r>
              <a:rPr lang="hu-HU" dirty="0"/>
              <a:t>Webprogramozás?!</a:t>
            </a:r>
          </a:p>
          <a:p>
            <a:r>
              <a:rPr lang="hu-HU" dirty="0"/>
              <a:t>Honlapkészítés?!</a:t>
            </a:r>
          </a:p>
          <a:p>
            <a:r>
              <a:rPr lang="hu-HU" dirty="0"/>
              <a:t>AI fejlesztés?!</a:t>
            </a:r>
          </a:p>
          <a:p>
            <a:r>
              <a:rPr lang="hu-HU" dirty="0"/>
              <a:t>Nincs lehetetlen! Milán megoldja.</a:t>
            </a:r>
          </a:p>
          <a:p>
            <a:r>
              <a:rPr lang="hu-HU" dirty="0"/>
              <a:t>A meska.hu oldal egyik alapítója, és azóta se állt meg!</a:t>
            </a:r>
          </a:p>
        </p:txBody>
      </p:sp>
      <p:sp>
        <p:nvSpPr>
          <p:cNvPr id="38" name="Szövegdoboz 37">
            <a:extLst>
              <a:ext uri="{FF2B5EF4-FFF2-40B4-BE49-F238E27FC236}">
                <a16:creationId xmlns:a16="http://schemas.microsoft.com/office/drawing/2014/main" id="{7576151D-F1F8-AE9E-B040-C4114CBC5B51}"/>
              </a:ext>
            </a:extLst>
          </p:cNvPr>
          <p:cNvSpPr txBox="1"/>
          <p:nvPr/>
        </p:nvSpPr>
        <p:spPr>
          <a:xfrm>
            <a:off x="1518289" y="2464513"/>
            <a:ext cx="25599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latin typeface="Congenial Black" panose="020F0502020204030204" pitchFamily="2" charset="0"/>
              </a:rPr>
              <a:t>Anita</a:t>
            </a:r>
          </a:p>
          <a:p>
            <a:r>
              <a:rPr lang="hu-HU" dirty="0"/>
              <a:t>Legyen akár videó szerkesztés, Word vagy </a:t>
            </a:r>
            <a:r>
              <a:rPr lang="hu-HU" dirty="0" err="1"/>
              <a:t>Exel</a:t>
            </a:r>
            <a:r>
              <a:rPr lang="hu-HU" dirty="0"/>
              <a:t>, mind csak neki engedelmeskedik!</a:t>
            </a:r>
          </a:p>
          <a:p>
            <a:r>
              <a:rPr lang="hu-HU" dirty="0"/>
              <a:t>Munkájából kifolyóan mágus szintre fejlesztette ezen képességeit.</a:t>
            </a:r>
          </a:p>
        </p:txBody>
      </p:sp>
    </p:spTree>
    <p:extLst>
      <p:ext uri="{BB962C8B-B14F-4D97-AF65-F5344CB8AC3E}">
        <p14:creationId xmlns:p14="http://schemas.microsoft.com/office/powerpoint/2010/main" val="2711511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039C6F-0225-B0EC-16E5-6281BF54B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Weblapunk bemutatása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D032899-C42F-DA10-28FF-BBD4926BF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hu-H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Kezdőlapon</a:t>
            </a:r>
            <a:r>
              <a:rPr lang="hu-H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egy általános, kedvcsináló , tömör bemutatkozás látható.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hu-H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hu-H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Csapat</a:t>
            </a:r>
            <a:r>
              <a:rPr lang="hu-H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elnevezésű oldalon mindenkinek a képe látható.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hu-H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Blog</a:t>
            </a:r>
            <a:r>
              <a:rPr lang="hu-H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menüpontunk alatt egy hosszabb leírás és bemutatkozás található.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hu-H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Üzenet</a:t>
            </a:r>
            <a:r>
              <a:rPr lang="hu-H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küldés</a:t>
            </a:r>
            <a:r>
              <a:rPr lang="hu-H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alatt tudtok számunkra üzenetet küldeni, név kitöltéssel.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hu-HU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Árlista</a:t>
            </a:r>
            <a:r>
              <a:rPr lang="hu-H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oldalunk tartalmazza mindenkinek az óra díját, illetve specializációját, átlátható módon.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hu-H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Készítettünk még egy </a:t>
            </a:r>
            <a:r>
              <a:rPr lang="hu-H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Belépési</a:t>
            </a:r>
            <a:r>
              <a:rPr lang="hu-H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lehetőséget is, VIP ügyfeleink számára, ami áltat egyénre szabott akciókat kaphattok.</a:t>
            </a:r>
          </a:p>
        </p:txBody>
      </p:sp>
    </p:spTree>
    <p:extLst>
      <p:ext uri="{BB962C8B-B14F-4D97-AF65-F5344CB8AC3E}">
        <p14:creationId xmlns:p14="http://schemas.microsoft.com/office/powerpoint/2010/main" val="482690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65C98B-9C8A-7F5D-7243-7708E07EF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Válassz minket, ha…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F7D2C2E-B570-5AC0-C5B4-AC9B59967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…professzionális munkát szeretnél kapni.</a:t>
            </a:r>
          </a:p>
          <a:p>
            <a:r>
              <a:rPr lang="hu-HU" dirty="0"/>
              <a:t>…nincs időd az informatika házit/projektet elkészíteni.</a:t>
            </a:r>
          </a:p>
          <a:p>
            <a:r>
              <a:rPr lang="hu-HU" dirty="0"/>
              <a:t>…elvesztél az információ áramlásban.</a:t>
            </a:r>
          </a:p>
          <a:p>
            <a:r>
              <a:rPr lang="hu-HU" dirty="0"/>
              <a:t>…fogalmad sincs hogy állj neki, és kell egy segítő kéz.</a:t>
            </a:r>
          </a:p>
          <a:p>
            <a:r>
              <a:rPr lang="hu-HU" dirty="0"/>
              <a:t>…minél gyorsabban kell kész lennie, lehetőleg már tegnapelőttre.</a:t>
            </a:r>
          </a:p>
          <a:p>
            <a:r>
              <a:rPr lang="hu-HU" dirty="0"/>
              <a:t>…nincs energiád </a:t>
            </a:r>
            <a:r>
              <a:rPr lang="hu-HU"/>
              <a:t>másokkal együtt dolgozni</a:t>
            </a:r>
            <a:r>
              <a:rPr lang="hu-H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08593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kus">
  <a:themeElements>
    <a:clrScheme name="Organikus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ku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kus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60</TotalTime>
  <Words>228</Words>
  <Application>Microsoft Office PowerPoint</Application>
  <PresentationFormat>Szélesvásznú</PresentationFormat>
  <Paragraphs>32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9" baseType="lpstr">
      <vt:lpstr>Aptos</vt:lpstr>
      <vt:lpstr>Arial</vt:lpstr>
      <vt:lpstr>Congenial Black</vt:lpstr>
      <vt:lpstr>Garamond</vt:lpstr>
      <vt:lpstr>Organikus</vt:lpstr>
      <vt:lpstr>Csapatunk bemutatása</vt:lpstr>
      <vt:lpstr>Bemutatkozásunk</vt:lpstr>
      <vt:lpstr>Weblapunk bemutatása</vt:lpstr>
      <vt:lpstr>Válassz minket, ha…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Csizáné Laczi Adrienn</dc:creator>
  <cp:lastModifiedBy>Csizáné Laczi Adrienn</cp:lastModifiedBy>
  <cp:revision>1</cp:revision>
  <dcterms:created xsi:type="dcterms:W3CDTF">2024-10-15T14:13:47Z</dcterms:created>
  <dcterms:modified xsi:type="dcterms:W3CDTF">2024-10-15T15:13:48Z</dcterms:modified>
</cp:coreProperties>
</file>